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Probe LLM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Fuzzer</a:t>
            </a:r>
            <a:r>
              <a:rPr lang="en-US" sz="4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RESTful Web Services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Owen Haynes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Traditional tests assume predictable input behavior.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Real systems receive malformed or adversarial requests.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Unexpected inputs reveal vulnerabilities missed by normal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Traditional API tests validate only expected behavior.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Manually enumerating malformed or adversarial cases is time-consuming.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do we go beyond traditional developer written unit tests to reach the edge case behaviors uncovered by the API Probe?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LLM mutates valid API examples into adversarial variations.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Bash probe executes tests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cURL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jq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logs status codes and responses for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Baseline JSON Suite</a:t>
            </a:r>
          </a:p>
        </p:txBody>
      </p:sp>
      <p:pic>
        <p:nvPicPr>
          <p:cNvPr id="4" name="Picture 3" descr="1d5d2a2d-d2a2-42aa-802b-364cdb1d725f.png"/>
          <p:cNvPicPr>
            <a:picLocks noChangeAspect="1"/>
          </p:cNvPicPr>
          <p:nvPr/>
        </p:nvPicPr>
        <p:blipFill>
          <a:blip r:embed="rId2"/>
          <a:srcRect l="1" r="30256" b="12984"/>
          <a:stretch>
            <a:fillRect/>
          </a:stretch>
        </p:blipFill>
        <p:spPr>
          <a:xfrm>
            <a:off x="444056" y="1822348"/>
            <a:ext cx="8552460" cy="4892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1CA551-EC1A-E6E0-A859-32E6FB34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18" b="26706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Both test suites run on the same API instance.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Metrics compared: requests, endpoints, failures, crashes.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Additional checks: HTTP correctness, validation robustness, authentication and authorization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Comparison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EB6E3D9-D2A3-AF56-9594-4D7E863947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864548"/>
              </p:ext>
            </p:extLst>
          </p:nvPr>
        </p:nvGraphicFramePr>
        <p:xfrm>
          <a:off x="1260838" y="2112579"/>
          <a:ext cx="6640279" cy="4192812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3112557">
                  <a:extLst>
                    <a:ext uri="{9D8B030D-6E8A-4147-A177-3AD203B41FA5}">
                      <a16:colId xmlns:a16="http://schemas.microsoft.com/office/drawing/2014/main" val="1716842188"/>
                    </a:ext>
                  </a:extLst>
                </a:gridCol>
                <a:gridCol w="1619136">
                  <a:extLst>
                    <a:ext uri="{9D8B030D-6E8A-4147-A177-3AD203B41FA5}">
                      <a16:colId xmlns:a16="http://schemas.microsoft.com/office/drawing/2014/main" val="2879921017"/>
                    </a:ext>
                  </a:extLst>
                </a:gridCol>
                <a:gridCol w="1908586">
                  <a:extLst>
                    <a:ext uri="{9D8B030D-6E8A-4147-A177-3AD203B41FA5}">
                      <a16:colId xmlns:a16="http://schemas.microsoft.com/office/drawing/2014/main" val="4260918296"/>
                    </a:ext>
                  </a:extLst>
                </a:gridCol>
              </a:tblGrid>
              <a:tr h="4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marL="126364" marR="97203" marT="97203" marB="972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</a:t>
                      </a:r>
                    </a:p>
                  </a:txBody>
                  <a:tcPr marL="126364" marR="97203" marT="97203" marB="972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 Probe</a:t>
                      </a:r>
                    </a:p>
                  </a:txBody>
                  <a:tcPr marL="126364" marR="97203" marT="97203" marB="972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446874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Requests</a:t>
                      </a:r>
                    </a:p>
                  </a:txBody>
                  <a:tcPr marL="126364" marR="97203" marT="97203" marB="972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946215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Endpoints Reached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84033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Unique Failures</a:t>
                      </a:r>
                    </a:p>
                  </a:txBody>
                  <a:tcPr marL="126364" marR="97203" marT="97203" marB="972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963384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Crashes (500s)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04905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Wrong Status Codes</a:t>
                      </a:r>
                    </a:p>
                  </a:txBody>
                  <a:tcPr marL="126364" marR="97203" marT="97203" marB="972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518225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 Weaknesses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468628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IDOR</a:t>
                      </a:r>
                    </a:p>
                  </a:txBody>
                  <a:tcPr marL="126364" marR="97203" marT="97203" marB="972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279988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 Errors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26364" marR="97203" marT="97203" marB="972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3218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Failures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Unauthorized access accepted in multiple cases.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SQL-like and traversal strings bypassed validation.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Incorrect or misleading HTTP status codes.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Baseline tests find functional correctness issues.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LLM probe exposes robustness and security failures.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Both approaches complement each other for complete coverage.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LLM-driven fuzzing expands the explored input space.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Reveals vulnerabilities unseen by traditional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8738</TotalTime>
  <Words>249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API Probe LLM Fuzzer for RESTful Web Services</vt:lpstr>
      <vt:lpstr>Motivation</vt:lpstr>
      <vt:lpstr>Problem Statement</vt:lpstr>
      <vt:lpstr>System Overview</vt:lpstr>
      <vt:lpstr>Baseline JSON Suite</vt:lpstr>
      <vt:lpstr>PowerPoint Presentation</vt:lpstr>
      <vt:lpstr>Experimental Design</vt:lpstr>
      <vt:lpstr>Quantitative Comparison</vt:lpstr>
      <vt:lpstr>Key Failures Found</vt:lpstr>
      <vt:lpstr>Interpretation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Owen Haynes</cp:lastModifiedBy>
  <cp:revision>20</cp:revision>
  <dcterms:created xsi:type="dcterms:W3CDTF">2013-01-27T09:14:16Z</dcterms:created>
  <dcterms:modified xsi:type="dcterms:W3CDTF">2025-12-09T21:57:13Z</dcterms:modified>
  <cp:category/>
</cp:coreProperties>
</file>