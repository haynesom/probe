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 snapToObjects="1">
      <p:cViewPr>
        <p:scale>
          <a:sx n="100" d="100"/>
          <a:sy n="100" d="100"/>
        </p:scale>
        <p:origin x="946" y="-5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092340-1BCB-486A-A969-42D0A62AAA2E}" type="doc">
      <dgm:prSet loTypeId="urn:microsoft.com/office/officeart/2005/8/layout/vProcess5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EE946DF-CDD0-47CA-9F72-972F3F53EDF7}">
      <dgm:prSet phldrT="[Text]" phldr="0"/>
      <dgm:spPr/>
      <dgm:t>
        <a:bodyPr/>
        <a:lstStyle/>
        <a:p>
          <a:r>
            <a:rPr lang="en-US" dirty="0"/>
            <a:t>Pre Survey </a:t>
          </a:r>
        </a:p>
      </dgm:t>
    </dgm:pt>
    <dgm:pt modelId="{8E4E4F6C-B154-40AD-B912-FA54D8E9DE5C}" type="parTrans" cxnId="{9436C243-239A-439A-8DA6-10E589AAAAE1}">
      <dgm:prSet/>
      <dgm:spPr/>
      <dgm:t>
        <a:bodyPr/>
        <a:lstStyle/>
        <a:p>
          <a:endParaRPr lang="en-US"/>
        </a:p>
      </dgm:t>
    </dgm:pt>
    <dgm:pt modelId="{2B9ED2C2-1109-4A77-9DC9-83780D238770}" type="sibTrans" cxnId="{9436C243-239A-439A-8DA6-10E589AAAAE1}">
      <dgm:prSet/>
      <dgm:spPr/>
      <dgm:t>
        <a:bodyPr/>
        <a:lstStyle/>
        <a:p>
          <a:endParaRPr lang="en-US"/>
        </a:p>
      </dgm:t>
    </dgm:pt>
    <dgm:pt modelId="{C549005B-DF72-44BB-A6D0-B5773C4D03EC}">
      <dgm:prSet phldrT="[Text]" phldr="0"/>
      <dgm:spPr/>
      <dgm:t>
        <a:bodyPr/>
        <a:lstStyle/>
        <a:p>
          <a:r>
            <a:rPr lang="en-US" dirty="0"/>
            <a:t>Task Block</a:t>
          </a:r>
        </a:p>
      </dgm:t>
    </dgm:pt>
    <dgm:pt modelId="{BB18D035-EA15-452A-A3E7-94285053A3B9}" type="parTrans" cxnId="{6D168D43-A781-4FFA-8A2A-2E0F162F3C43}">
      <dgm:prSet/>
      <dgm:spPr/>
      <dgm:t>
        <a:bodyPr/>
        <a:lstStyle/>
        <a:p>
          <a:endParaRPr lang="en-US"/>
        </a:p>
      </dgm:t>
    </dgm:pt>
    <dgm:pt modelId="{F6DA4224-40FC-4C96-87B1-8EF19A293650}" type="sibTrans" cxnId="{6D168D43-A781-4FFA-8A2A-2E0F162F3C43}">
      <dgm:prSet/>
      <dgm:spPr/>
      <dgm:t>
        <a:bodyPr/>
        <a:lstStyle/>
        <a:p>
          <a:endParaRPr lang="en-US"/>
        </a:p>
      </dgm:t>
    </dgm:pt>
    <dgm:pt modelId="{E0400A2B-449C-4ED7-BE25-6B7E03B3E744}">
      <dgm:prSet phldrT="[Text]" phldr="0"/>
      <dgm:spPr/>
      <dgm:t>
        <a:bodyPr/>
        <a:lstStyle/>
        <a:p>
          <a:r>
            <a:rPr lang="en-US" dirty="0"/>
            <a:t>Interrupt</a:t>
          </a:r>
        </a:p>
      </dgm:t>
    </dgm:pt>
    <dgm:pt modelId="{6705563C-A863-4C26-8FF5-E570435846A2}" type="parTrans" cxnId="{2EB66B3B-19F9-49AB-9131-7ED7B1E729F4}">
      <dgm:prSet/>
      <dgm:spPr/>
      <dgm:t>
        <a:bodyPr/>
        <a:lstStyle/>
        <a:p>
          <a:endParaRPr lang="en-US"/>
        </a:p>
      </dgm:t>
    </dgm:pt>
    <dgm:pt modelId="{D357813A-D83C-4200-8940-7971DC2B004D}" type="sibTrans" cxnId="{2EB66B3B-19F9-49AB-9131-7ED7B1E729F4}">
      <dgm:prSet/>
      <dgm:spPr/>
      <dgm:t>
        <a:bodyPr/>
        <a:lstStyle/>
        <a:p>
          <a:endParaRPr lang="en-US"/>
        </a:p>
      </dgm:t>
    </dgm:pt>
    <dgm:pt modelId="{9D751731-0A6D-4343-989B-FF3F980BFCE1}">
      <dgm:prSet phldrT="[Text]" phldr="0"/>
      <dgm:spPr/>
      <dgm:t>
        <a:bodyPr/>
        <a:lstStyle/>
        <a:p>
          <a:r>
            <a:rPr lang="en-US"/>
            <a:t>Post Surveys</a:t>
          </a:r>
          <a:endParaRPr lang="en-US" dirty="0"/>
        </a:p>
      </dgm:t>
    </dgm:pt>
    <dgm:pt modelId="{1D261F3D-1C0D-48D7-AF26-1CF3C43EE227}" type="parTrans" cxnId="{75B629C5-92B3-45CD-BF78-B5D10864C1A3}">
      <dgm:prSet/>
      <dgm:spPr/>
      <dgm:t>
        <a:bodyPr/>
        <a:lstStyle/>
        <a:p>
          <a:endParaRPr lang="en-US"/>
        </a:p>
      </dgm:t>
    </dgm:pt>
    <dgm:pt modelId="{487B982E-DA96-4A26-8504-23B13C49937A}" type="sibTrans" cxnId="{75B629C5-92B3-45CD-BF78-B5D10864C1A3}">
      <dgm:prSet/>
      <dgm:spPr/>
      <dgm:t>
        <a:bodyPr/>
        <a:lstStyle/>
        <a:p>
          <a:endParaRPr lang="en-US"/>
        </a:p>
      </dgm:t>
    </dgm:pt>
    <dgm:pt modelId="{77472C4A-6326-4AE8-AD9A-33AA89501AFF}">
      <dgm:prSet phldrT="[Text]" phldr="0"/>
      <dgm:spPr/>
      <dgm:t>
        <a:bodyPr/>
        <a:lstStyle/>
        <a:p>
          <a:r>
            <a:rPr lang="en-US"/>
            <a:t>Debrief</a:t>
          </a:r>
          <a:endParaRPr lang="en-US" dirty="0"/>
        </a:p>
      </dgm:t>
    </dgm:pt>
    <dgm:pt modelId="{4262365E-6555-4538-B7B2-A535C4394E82}" type="parTrans" cxnId="{C03F95D1-DF89-487F-A559-76A77D899DFA}">
      <dgm:prSet/>
      <dgm:spPr/>
      <dgm:t>
        <a:bodyPr/>
        <a:lstStyle/>
        <a:p>
          <a:endParaRPr lang="en-US"/>
        </a:p>
      </dgm:t>
    </dgm:pt>
    <dgm:pt modelId="{3AF32D14-A859-4D86-83B2-DF11214C2CBA}" type="sibTrans" cxnId="{C03F95D1-DF89-487F-A559-76A77D899DFA}">
      <dgm:prSet/>
      <dgm:spPr/>
      <dgm:t>
        <a:bodyPr/>
        <a:lstStyle/>
        <a:p>
          <a:endParaRPr lang="en-US"/>
        </a:p>
      </dgm:t>
    </dgm:pt>
    <dgm:pt modelId="{AD6D8726-439E-4A5D-AD04-8D28D66590D2}" type="pres">
      <dgm:prSet presAssocID="{E6092340-1BCB-486A-A969-42D0A62AAA2E}" presName="outerComposite" presStyleCnt="0">
        <dgm:presLayoutVars>
          <dgm:chMax val="5"/>
          <dgm:dir/>
          <dgm:resizeHandles val="exact"/>
        </dgm:presLayoutVars>
      </dgm:prSet>
      <dgm:spPr/>
    </dgm:pt>
    <dgm:pt modelId="{B6DE2D54-072C-43B1-9A7E-FBE40ACBBCF9}" type="pres">
      <dgm:prSet presAssocID="{E6092340-1BCB-486A-A969-42D0A62AAA2E}" presName="dummyMaxCanvas" presStyleCnt="0">
        <dgm:presLayoutVars/>
      </dgm:prSet>
      <dgm:spPr/>
    </dgm:pt>
    <dgm:pt modelId="{3CB50B22-2085-4BD7-A82A-49130D3311DB}" type="pres">
      <dgm:prSet presAssocID="{E6092340-1BCB-486A-A969-42D0A62AAA2E}" presName="FiveNodes_1" presStyleLbl="node1" presStyleIdx="0" presStyleCnt="5">
        <dgm:presLayoutVars>
          <dgm:bulletEnabled val="1"/>
        </dgm:presLayoutVars>
      </dgm:prSet>
      <dgm:spPr/>
    </dgm:pt>
    <dgm:pt modelId="{E3C1B505-9BCB-40EB-9C0C-A2B2D271F316}" type="pres">
      <dgm:prSet presAssocID="{E6092340-1BCB-486A-A969-42D0A62AAA2E}" presName="FiveNodes_2" presStyleLbl="node1" presStyleIdx="1" presStyleCnt="5">
        <dgm:presLayoutVars>
          <dgm:bulletEnabled val="1"/>
        </dgm:presLayoutVars>
      </dgm:prSet>
      <dgm:spPr/>
    </dgm:pt>
    <dgm:pt modelId="{6D9734AB-140C-468C-B3A1-3727A8E8AAC4}" type="pres">
      <dgm:prSet presAssocID="{E6092340-1BCB-486A-A969-42D0A62AAA2E}" presName="FiveNodes_3" presStyleLbl="node1" presStyleIdx="2" presStyleCnt="5">
        <dgm:presLayoutVars>
          <dgm:bulletEnabled val="1"/>
        </dgm:presLayoutVars>
      </dgm:prSet>
      <dgm:spPr/>
    </dgm:pt>
    <dgm:pt modelId="{AC8995E5-02CC-4403-BD94-AC505C5CEA40}" type="pres">
      <dgm:prSet presAssocID="{E6092340-1BCB-486A-A969-42D0A62AAA2E}" presName="FiveNodes_4" presStyleLbl="node1" presStyleIdx="3" presStyleCnt="5">
        <dgm:presLayoutVars>
          <dgm:bulletEnabled val="1"/>
        </dgm:presLayoutVars>
      </dgm:prSet>
      <dgm:spPr/>
    </dgm:pt>
    <dgm:pt modelId="{E39B1B5A-B2D2-4333-8BF1-CD267C34AEBD}" type="pres">
      <dgm:prSet presAssocID="{E6092340-1BCB-486A-A969-42D0A62AAA2E}" presName="FiveNodes_5" presStyleLbl="node1" presStyleIdx="4" presStyleCnt="5">
        <dgm:presLayoutVars>
          <dgm:bulletEnabled val="1"/>
        </dgm:presLayoutVars>
      </dgm:prSet>
      <dgm:spPr/>
    </dgm:pt>
    <dgm:pt modelId="{A5F397B8-68D1-41B0-85F1-B88FD4AC50C9}" type="pres">
      <dgm:prSet presAssocID="{E6092340-1BCB-486A-A969-42D0A62AAA2E}" presName="FiveConn_1-2" presStyleLbl="fgAccFollowNode1" presStyleIdx="0" presStyleCnt="4">
        <dgm:presLayoutVars>
          <dgm:bulletEnabled val="1"/>
        </dgm:presLayoutVars>
      </dgm:prSet>
      <dgm:spPr/>
    </dgm:pt>
    <dgm:pt modelId="{90DFB00B-E0E7-4DC6-89FE-D5B8A5117D60}" type="pres">
      <dgm:prSet presAssocID="{E6092340-1BCB-486A-A969-42D0A62AAA2E}" presName="FiveConn_2-3" presStyleLbl="fgAccFollowNode1" presStyleIdx="1" presStyleCnt="4">
        <dgm:presLayoutVars>
          <dgm:bulletEnabled val="1"/>
        </dgm:presLayoutVars>
      </dgm:prSet>
      <dgm:spPr/>
    </dgm:pt>
    <dgm:pt modelId="{32169BBA-3C82-4A03-8E4F-9796291CA8F8}" type="pres">
      <dgm:prSet presAssocID="{E6092340-1BCB-486A-A969-42D0A62AAA2E}" presName="FiveConn_3-4" presStyleLbl="fgAccFollowNode1" presStyleIdx="2" presStyleCnt="4">
        <dgm:presLayoutVars>
          <dgm:bulletEnabled val="1"/>
        </dgm:presLayoutVars>
      </dgm:prSet>
      <dgm:spPr/>
    </dgm:pt>
    <dgm:pt modelId="{C93595C2-A236-4646-B622-788E4383EC77}" type="pres">
      <dgm:prSet presAssocID="{E6092340-1BCB-486A-A969-42D0A62AAA2E}" presName="FiveConn_4-5" presStyleLbl="fgAccFollowNode1" presStyleIdx="3" presStyleCnt="4">
        <dgm:presLayoutVars>
          <dgm:bulletEnabled val="1"/>
        </dgm:presLayoutVars>
      </dgm:prSet>
      <dgm:spPr/>
    </dgm:pt>
    <dgm:pt modelId="{73C28325-4A4D-4CB8-880D-188668E0F7AF}" type="pres">
      <dgm:prSet presAssocID="{E6092340-1BCB-486A-A969-42D0A62AAA2E}" presName="FiveNodes_1_text" presStyleLbl="node1" presStyleIdx="4" presStyleCnt="5">
        <dgm:presLayoutVars>
          <dgm:bulletEnabled val="1"/>
        </dgm:presLayoutVars>
      </dgm:prSet>
      <dgm:spPr/>
    </dgm:pt>
    <dgm:pt modelId="{ED82A338-C432-4D9E-A172-347352B3D535}" type="pres">
      <dgm:prSet presAssocID="{E6092340-1BCB-486A-A969-42D0A62AAA2E}" presName="FiveNodes_2_text" presStyleLbl="node1" presStyleIdx="4" presStyleCnt="5">
        <dgm:presLayoutVars>
          <dgm:bulletEnabled val="1"/>
        </dgm:presLayoutVars>
      </dgm:prSet>
      <dgm:spPr/>
    </dgm:pt>
    <dgm:pt modelId="{179497F3-DC5A-47D8-874A-5B29C1B66812}" type="pres">
      <dgm:prSet presAssocID="{E6092340-1BCB-486A-A969-42D0A62AAA2E}" presName="FiveNodes_3_text" presStyleLbl="node1" presStyleIdx="4" presStyleCnt="5">
        <dgm:presLayoutVars>
          <dgm:bulletEnabled val="1"/>
        </dgm:presLayoutVars>
      </dgm:prSet>
      <dgm:spPr/>
    </dgm:pt>
    <dgm:pt modelId="{D3ABC3BE-8F9B-4F31-800A-F121050940A5}" type="pres">
      <dgm:prSet presAssocID="{E6092340-1BCB-486A-A969-42D0A62AAA2E}" presName="FiveNodes_4_text" presStyleLbl="node1" presStyleIdx="4" presStyleCnt="5">
        <dgm:presLayoutVars>
          <dgm:bulletEnabled val="1"/>
        </dgm:presLayoutVars>
      </dgm:prSet>
      <dgm:spPr/>
    </dgm:pt>
    <dgm:pt modelId="{DCC85029-4BE8-48ED-B6C5-FB9A0A3396A9}" type="pres">
      <dgm:prSet presAssocID="{E6092340-1BCB-486A-A969-42D0A62AAA2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FA323500-F652-485A-951A-0F03A57E3B50}" type="presOf" srcId="{9D751731-0A6D-4343-989B-FF3F980BFCE1}" destId="{AC8995E5-02CC-4403-BD94-AC505C5CEA40}" srcOrd="0" destOrd="0" presId="urn:microsoft.com/office/officeart/2005/8/layout/vProcess5"/>
    <dgm:cxn modelId="{2D3C020A-A2D2-47E2-8DBE-35E48A4CF416}" type="presOf" srcId="{2B9ED2C2-1109-4A77-9DC9-83780D238770}" destId="{A5F397B8-68D1-41B0-85F1-B88FD4AC50C9}" srcOrd="0" destOrd="0" presId="urn:microsoft.com/office/officeart/2005/8/layout/vProcess5"/>
    <dgm:cxn modelId="{E1DA141E-4A1F-4A3D-A554-53B928D6808C}" type="presOf" srcId="{C549005B-DF72-44BB-A6D0-B5773C4D03EC}" destId="{ED82A338-C432-4D9E-A172-347352B3D535}" srcOrd="1" destOrd="0" presId="urn:microsoft.com/office/officeart/2005/8/layout/vProcess5"/>
    <dgm:cxn modelId="{0EF67023-65C2-4F99-9430-21218BAADE9D}" type="presOf" srcId="{F6DA4224-40FC-4C96-87B1-8EF19A293650}" destId="{90DFB00B-E0E7-4DC6-89FE-D5B8A5117D60}" srcOrd="0" destOrd="0" presId="urn:microsoft.com/office/officeart/2005/8/layout/vProcess5"/>
    <dgm:cxn modelId="{21715931-5BC1-470C-80BB-F06035CAE012}" type="presOf" srcId="{BEE946DF-CDD0-47CA-9F72-972F3F53EDF7}" destId="{3CB50B22-2085-4BD7-A82A-49130D3311DB}" srcOrd="0" destOrd="0" presId="urn:microsoft.com/office/officeart/2005/8/layout/vProcess5"/>
    <dgm:cxn modelId="{2EB66B3B-19F9-49AB-9131-7ED7B1E729F4}" srcId="{E6092340-1BCB-486A-A969-42D0A62AAA2E}" destId="{E0400A2B-449C-4ED7-BE25-6B7E03B3E744}" srcOrd="2" destOrd="0" parTransId="{6705563C-A863-4C26-8FF5-E570435846A2}" sibTransId="{D357813A-D83C-4200-8940-7971DC2B004D}"/>
    <dgm:cxn modelId="{6D168D43-A781-4FFA-8A2A-2E0F162F3C43}" srcId="{E6092340-1BCB-486A-A969-42D0A62AAA2E}" destId="{C549005B-DF72-44BB-A6D0-B5773C4D03EC}" srcOrd="1" destOrd="0" parTransId="{BB18D035-EA15-452A-A3E7-94285053A3B9}" sibTransId="{F6DA4224-40FC-4C96-87B1-8EF19A293650}"/>
    <dgm:cxn modelId="{9436C243-239A-439A-8DA6-10E589AAAAE1}" srcId="{E6092340-1BCB-486A-A969-42D0A62AAA2E}" destId="{BEE946DF-CDD0-47CA-9F72-972F3F53EDF7}" srcOrd="0" destOrd="0" parTransId="{8E4E4F6C-B154-40AD-B912-FA54D8E9DE5C}" sibTransId="{2B9ED2C2-1109-4A77-9DC9-83780D238770}"/>
    <dgm:cxn modelId="{9D1C8F70-2BDA-4C54-8C8E-F5FE13CB335B}" type="presOf" srcId="{9D751731-0A6D-4343-989B-FF3F980BFCE1}" destId="{D3ABC3BE-8F9B-4F31-800A-F121050940A5}" srcOrd="1" destOrd="0" presId="urn:microsoft.com/office/officeart/2005/8/layout/vProcess5"/>
    <dgm:cxn modelId="{30F7FB74-7432-41F9-94E7-32FEA5D3BAEC}" type="presOf" srcId="{77472C4A-6326-4AE8-AD9A-33AA89501AFF}" destId="{DCC85029-4BE8-48ED-B6C5-FB9A0A3396A9}" srcOrd="1" destOrd="0" presId="urn:microsoft.com/office/officeart/2005/8/layout/vProcess5"/>
    <dgm:cxn modelId="{60354F59-3A54-4E61-9417-2E2863B16DE4}" type="presOf" srcId="{E0400A2B-449C-4ED7-BE25-6B7E03B3E744}" destId="{179497F3-DC5A-47D8-874A-5B29C1B66812}" srcOrd="1" destOrd="0" presId="urn:microsoft.com/office/officeart/2005/8/layout/vProcess5"/>
    <dgm:cxn modelId="{741ED79B-FE02-4749-9ED2-91AA5A16F4A3}" type="presOf" srcId="{E6092340-1BCB-486A-A969-42D0A62AAA2E}" destId="{AD6D8726-439E-4A5D-AD04-8D28D66590D2}" srcOrd="0" destOrd="0" presId="urn:microsoft.com/office/officeart/2005/8/layout/vProcess5"/>
    <dgm:cxn modelId="{75B629C5-92B3-45CD-BF78-B5D10864C1A3}" srcId="{E6092340-1BCB-486A-A969-42D0A62AAA2E}" destId="{9D751731-0A6D-4343-989B-FF3F980BFCE1}" srcOrd="3" destOrd="0" parTransId="{1D261F3D-1C0D-48D7-AF26-1CF3C43EE227}" sibTransId="{487B982E-DA96-4A26-8504-23B13C49937A}"/>
    <dgm:cxn modelId="{C03F95D1-DF89-487F-A559-76A77D899DFA}" srcId="{E6092340-1BCB-486A-A969-42D0A62AAA2E}" destId="{77472C4A-6326-4AE8-AD9A-33AA89501AFF}" srcOrd="4" destOrd="0" parTransId="{4262365E-6555-4538-B7B2-A535C4394E82}" sibTransId="{3AF32D14-A859-4D86-83B2-DF11214C2CBA}"/>
    <dgm:cxn modelId="{B7ABEBE0-E199-4DF5-92BA-4929404FDA17}" type="presOf" srcId="{E0400A2B-449C-4ED7-BE25-6B7E03B3E744}" destId="{6D9734AB-140C-468C-B3A1-3727A8E8AAC4}" srcOrd="0" destOrd="0" presId="urn:microsoft.com/office/officeart/2005/8/layout/vProcess5"/>
    <dgm:cxn modelId="{223B71E2-8360-4054-9E32-FBDB8F8F107D}" type="presOf" srcId="{BEE946DF-CDD0-47CA-9F72-972F3F53EDF7}" destId="{73C28325-4A4D-4CB8-880D-188668E0F7AF}" srcOrd="1" destOrd="0" presId="urn:microsoft.com/office/officeart/2005/8/layout/vProcess5"/>
    <dgm:cxn modelId="{35F55DE7-CB1E-4721-84D3-524C04C77F9D}" type="presOf" srcId="{487B982E-DA96-4A26-8504-23B13C49937A}" destId="{C93595C2-A236-4646-B622-788E4383EC77}" srcOrd="0" destOrd="0" presId="urn:microsoft.com/office/officeart/2005/8/layout/vProcess5"/>
    <dgm:cxn modelId="{DF3DBDEA-F6F2-4BC6-AF95-AE93D5DDE0C8}" type="presOf" srcId="{77472C4A-6326-4AE8-AD9A-33AA89501AFF}" destId="{E39B1B5A-B2D2-4333-8BF1-CD267C34AEBD}" srcOrd="0" destOrd="0" presId="urn:microsoft.com/office/officeart/2005/8/layout/vProcess5"/>
    <dgm:cxn modelId="{D2D8FDED-56EB-4FCF-BF9D-8E1AF71BCCDD}" type="presOf" srcId="{D357813A-D83C-4200-8940-7971DC2B004D}" destId="{32169BBA-3C82-4A03-8E4F-9796291CA8F8}" srcOrd="0" destOrd="0" presId="urn:microsoft.com/office/officeart/2005/8/layout/vProcess5"/>
    <dgm:cxn modelId="{EBC9B2EE-609E-4195-B4B3-9A24FD7F33CD}" type="presOf" srcId="{C549005B-DF72-44BB-A6D0-B5773C4D03EC}" destId="{E3C1B505-9BCB-40EB-9C0C-A2B2D271F316}" srcOrd="0" destOrd="0" presId="urn:microsoft.com/office/officeart/2005/8/layout/vProcess5"/>
    <dgm:cxn modelId="{26F2B51E-091B-4756-8247-2FA31FE5E800}" type="presParOf" srcId="{AD6D8726-439E-4A5D-AD04-8D28D66590D2}" destId="{B6DE2D54-072C-43B1-9A7E-FBE40ACBBCF9}" srcOrd="0" destOrd="0" presId="urn:microsoft.com/office/officeart/2005/8/layout/vProcess5"/>
    <dgm:cxn modelId="{2DB87F19-F729-42FC-95B8-F55823D57424}" type="presParOf" srcId="{AD6D8726-439E-4A5D-AD04-8D28D66590D2}" destId="{3CB50B22-2085-4BD7-A82A-49130D3311DB}" srcOrd="1" destOrd="0" presId="urn:microsoft.com/office/officeart/2005/8/layout/vProcess5"/>
    <dgm:cxn modelId="{9C73E5B3-87BB-410F-922A-15BBB3E71328}" type="presParOf" srcId="{AD6D8726-439E-4A5D-AD04-8D28D66590D2}" destId="{E3C1B505-9BCB-40EB-9C0C-A2B2D271F316}" srcOrd="2" destOrd="0" presId="urn:microsoft.com/office/officeart/2005/8/layout/vProcess5"/>
    <dgm:cxn modelId="{44E247B0-60BB-460F-B305-EA34E5420C71}" type="presParOf" srcId="{AD6D8726-439E-4A5D-AD04-8D28D66590D2}" destId="{6D9734AB-140C-468C-B3A1-3727A8E8AAC4}" srcOrd="3" destOrd="0" presId="urn:microsoft.com/office/officeart/2005/8/layout/vProcess5"/>
    <dgm:cxn modelId="{1A9B2787-5852-4605-AAF2-D590145D2DAA}" type="presParOf" srcId="{AD6D8726-439E-4A5D-AD04-8D28D66590D2}" destId="{AC8995E5-02CC-4403-BD94-AC505C5CEA40}" srcOrd="4" destOrd="0" presId="urn:microsoft.com/office/officeart/2005/8/layout/vProcess5"/>
    <dgm:cxn modelId="{7AC684B4-4FB6-4697-9A2A-91A442CE8E32}" type="presParOf" srcId="{AD6D8726-439E-4A5D-AD04-8D28D66590D2}" destId="{E39B1B5A-B2D2-4333-8BF1-CD267C34AEBD}" srcOrd="5" destOrd="0" presId="urn:microsoft.com/office/officeart/2005/8/layout/vProcess5"/>
    <dgm:cxn modelId="{A3418C96-8016-4F58-A296-B4DD8E0DDB5F}" type="presParOf" srcId="{AD6D8726-439E-4A5D-AD04-8D28D66590D2}" destId="{A5F397B8-68D1-41B0-85F1-B88FD4AC50C9}" srcOrd="6" destOrd="0" presId="urn:microsoft.com/office/officeart/2005/8/layout/vProcess5"/>
    <dgm:cxn modelId="{98D2469D-1461-41BF-BD51-774028FA1EA9}" type="presParOf" srcId="{AD6D8726-439E-4A5D-AD04-8D28D66590D2}" destId="{90DFB00B-E0E7-4DC6-89FE-D5B8A5117D60}" srcOrd="7" destOrd="0" presId="urn:microsoft.com/office/officeart/2005/8/layout/vProcess5"/>
    <dgm:cxn modelId="{DC9097BB-283A-40B3-881E-0B8640C84A6A}" type="presParOf" srcId="{AD6D8726-439E-4A5D-AD04-8D28D66590D2}" destId="{32169BBA-3C82-4A03-8E4F-9796291CA8F8}" srcOrd="8" destOrd="0" presId="urn:microsoft.com/office/officeart/2005/8/layout/vProcess5"/>
    <dgm:cxn modelId="{A072F0EC-E5F2-4388-9E02-2687780244A7}" type="presParOf" srcId="{AD6D8726-439E-4A5D-AD04-8D28D66590D2}" destId="{C93595C2-A236-4646-B622-788E4383EC77}" srcOrd="9" destOrd="0" presId="urn:microsoft.com/office/officeart/2005/8/layout/vProcess5"/>
    <dgm:cxn modelId="{EBDEB19A-74A7-4F04-87DE-C16987F73D50}" type="presParOf" srcId="{AD6D8726-439E-4A5D-AD04-8D28D66590D2}" destId="{73C28325-4A4D-4CB8-880D-188668E0F7AF}" srcOrd="10" destOrd="0" presId="urn:microsoft.com/office/officeart/2005/8/layout/vProcess5"/>
    <dgm:cxn modelId="{4680417A-4E22-4586-9953-90017A3E3A30}" type="presParOf" srcId="{AD6D8726-439E-4A5D-AD04-8D28D66590D2}" destId="{ED82A338-C432-4D9E-A172-347352B3D535}" srcOrd="11" destOrd="0" presId="urn:microsoft.com/office/officeart/2005/8/layout/vProcess5"/>
    <dgm:cxn modelId="{A03F499A-F439-4CFA-AFAD-5251E9359B70}" type="presParOf" srcId="{AD6D8726-439E-4A5D-AD04-8D28D66590D2}" destId="{179497F3-DC5A-47D8-874A-5B29C1B66812}" srcOrd="12" destOrd="0" presId="urn:microsoft.com/office/officeart/2005/8/layout/vProcess5"/>
    <dgm:cxn modelId="{6D571591-BEE6-4D12-B6A7-97C19ECD4129}" type="presParOf" srcId="{AD6D8726-439E-4A5D-AD04-8D28D66590D2}" destId="{D3ABC3BE-8F9B-4F31-800A-F121050940A5}" srcOrd="13" destOrd="0" presId="urn:microsoft.com/office/officeart/2005/8/layout/vProcess5"/>
    <dgm:cxn modelId="{FFD63579-6033-457E-851E-A767DC1CAEF0}" type="presParOf" srcId="{AD6D8726-439E-4A5D-AD04-8D28D66590D2}" destId="{DCC85029-4BE8-48ED-B6C5-FB9A0A3396A9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B50B22-2085-4BD7-A82A-49130D3311DB}">
      <dsp:nvSpPr>
        <dsp:cNvPr id="0" name=""/>
        <dsp:cNvSpPr/>
      </dsp:nvSpPr>
      <dsp:spPr>
        <a:xfrm>
          <a:off x="0" y="0"/>
          <a:ext cx="6072759" cy="78345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Pre Survey </a:t>
          </a:r>
        </a:p>
      </dsp:txBody>
      <dsp:txXfrm>
        <a:off x="22947" y="22947"/>
        <a:ext cx="5135681" cy="737563"/>
      </dsp:txXfrm>
    </dsp:sp>
    <dsp:sp modelId="{E3C1B505-9BCB-40EB-9C0C-A2B2D271F316}">
      <dsp:nvSpPr>
        <dsp:cNvPr id="0" name=""/>
        <dsp:cNvSpPr/>
      </dsp:nvSpPr>
      <dsp:spPr>
        <a:xfrm>
          <a:off x="453485" y="892271"/>
          <a:ext cx="6072759" cy="78345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Task Block</a:t>
          </a:r>
        </a:p>
      </dsp:txBody>
      <dsp:txXfrm>
        <a:off x="476432" y="915218"/>
        <a:ext cx="5064132" cy="737563"/>
      </dsp:txXfrm>
    </dsp:sp>
    <dsp:sp modelId="{6D9734AB-140C-468C-B3A1-3727A8E8AAC4}">
      <dsp:nvSpPr>
        <dsp:cNvPr id="0" name=""/>
        <dsp:cNvSpPr/>
      </dsp:nvSpPr>
      <dsp:spPr>
        <a:xfrm>
          <a:off x="906970" y="1784543"/>
          <a:ext cx="6072759" cy="78345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Interrupt</a:t>
          </a:r>
        </a:p>
      </dsp:txBody>
      <dsp:txXfrm>
        <a:off x="929917" y="1807490"/>
        <a:ext cx="5064132" cy="737563"/>
      </dsp:txXfrm>
    </dsp:sp>
    <dsp:sp modelId="{AC8995E5-02CC-4403-BD94-AC505C5CEA40}">
      <dsp:nvSpPr>
        <dsp:cNvPr id="0" name=""/>
        <dsp:cNvSpPr/>
      </dsp:nvSpPr>
      <dsp:spPr>
        <a:xfrm>
          <a:off x="1360455" y="2676814"/>
          <a:ext cx="6072759" cy="78345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Post Surveys</a:t>
          </a:r>
          <a:endParaRPr lang="en-US" sz="3400" kern="1200" dirty="0"/>
        </a:p>
      </dsp:txBody>
      <dsp:txXfrm>
        <a:off x="1383402" y="2699761"/>
        <a:ext cx="5064132" cy="737563"/>
      </dsp:txXfrm>
    </dsp:sp>
    <dsp:sp modelId="{E39B1B5A-B2D2-4333-8BF1-CD267C34AEBD}">
      <dsp:nvSpPr>
        <dsp:cNvPr id="0" name=""/>
        <dsp:cNvSpPr/>
      </dsp:nvSpPr>
      <dsp:spPr>
        <a:xfrm>
          <a:off x="1813940" y="3569086"/>
          <a:ext cx="6072759" cy="78345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Debrief</a:t>
          </a:r>
          <a:endParaRPr lang="en-US" sz="3400" kern="1200" dirty="0"/>
        </a:p>
      </dsp:txBody>
      <dsp:txXfrm>
        <a:off x="1836887" y="3592033"/>
        <a:ext cx="5064132" cy="737563"/>
      </dsp:txXfrm>
    </dsp:sp>
    <dsp:sp modelId="{A5F397B8-68D1-41B0-85F1-B88FD4AC50C9}">
      <dsp:nvSpPr>
        <dsp:cNvPr id="0" name=""/>
        <dsp:cNvSpPr/>
      </dsp:nvSpPr>
      <dsp:spPr>
        <a:xfrm>
          <a:off x="5563511" y="572359"/>
          <a:ext cx="509247" cy="509247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678092" y="572359"/>
        <a:ext cx="280085" cy="383208"/>
      </dsp:txXfrm>
    </dsp:sp>
    <dsp:sp modelId="{90DFB00B-E0E7-4DC6-89FE-D5B8A5117D60}">
      <dsp:nvSpPr>
        <dsp:cNvPr id="0" name=""/>
        <dsp:cNvSpPr/>
      </dsp:nvSpPr>
      <dsp:spPr>
        <a:xfrm>
          <a:off x="6016996" y="1464631"/>
          <a:ext cx="509247" cy="509247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131577" y="1464631"/>
        <a:ext cx="280085" cy="383208"/>
      </dsp:txXfrm>
    </dsp:sp>
    <dsp:sp modelId="{32169BBA-3C82-4A03-8E4F-9796291CA8F8}">
      <dsp:nvSpPr>
        <dsp:cNvPr id="0" name=""/>
        <dsp:cNvSpPr/>
      </dsp:nvSpPr>
      <dsp:spPr>
        <a:xfrm>
          <a:off x="6470481" y="2343844"/>
          <a:ext cx="509247" cy="509247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585062" y="2343844"/>
        <a:ext cx="280085" cy="383208"/>
      </dsp:txXfrm>
    </dsp:sp>
    <dsp:sp modelId="{C93595C2-A236-4646-B622-788E4383EC77}">
      <dsp:nvSpPr>
        <dsp:cNvPr id="0" name=""/>
        <dsp:cNvSpPr/>
      </dsp:nvSpPr>
      <dsp:spPr>
        <a:xfrm>
          <a:off x="6923967" y="3244821"/>
          <a:ext cx="509247" cy="509247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038548" y="3244821"/>
        <a:ext cx="280085" cy="3832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5EC81B-2218-4D34-B2ED-FDB8072ADBE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A9902-B496-4A61-9C64-D989C07A7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127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A9902-B496-4A61-9C64-D989C07A70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40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A9902-B496-4A61-9C64-D989C07A70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643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A9902-B496-4A61-9C64-D989C07A70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54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 fontScale="90000"/>
          </a:bodyPr>
          <a:lstStyle/>
          <a:p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Breaking the Flow: Interruptions in Software Engineering</a:t>
            </a:r>
            <a:b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ICSE ’24</a:t>
            </a:r>
            <a:b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Authors: </a:t>
            </a:r>
            <a:r>
              <a:rPr lang="en-US" sz="2700" dirty="0" err="1">
                <a:latin typeface="Arial" panose="020B0604020202020204" pitchFamily="34" charset="0"/>
                <a:cs typeface="Arial" panose="020B0604020202020204" pitchFamily="34" charset="0"/>
              </a:rPr>
              <a:t>Yimeng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Ma, Yu Huang, Kevin Leach</a:t>
            </a: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184" y="5645150"/>
            <a:ext cx="6193632" cy="631825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Owen Haynes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Software Engineers experience many interruptions throughout the day this research looks at the impact of interruptions on productivity and stress measures for developers.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Research Questions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 fontScale="92500" lnSpcReduction="20000"/>
          </a:bodyPr>
          <a:lstStyle/>
          <a:p>
            <a:pPr lvl="1"/>
            <a:endParaRPr lang="en-US" dirty="0"/>
          </a:p>
          <a:p>
            <a:pPr lvl="1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Performance across different software engineering tasks.</a:t>
            </a:r>
          </a:p>
          <a:p>
            <a:pPr lvl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Stress measures across different software engineering tasks.</a:t>
            </a:r>
          </a:p>
          <a:p>
            <a:pPr lvl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The correlation between physiological states and their self-reported feelings.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US" sz="4500">
                <a:latin typeface="Arial" panose="020B0604020202020204" pitchFamily="34" charset="0"/>
                <a:cs typeface="Arial" panose="020B0604020202020204" pitchFamily="34" charset="0"/>
              </a:rPr>
              <a:t>Study Flow Approach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5B8E534-9911-DFB8-3682-E4CB806F9C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3018785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4805"/>
            <a:ext cx="78867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Interruption Types</a:t>
            </a:r>
          </a:p>
        </p:txBody>
      </p:sp>
      <p:pic>
        <p:nvPicPr>
          <p:cNvPr id="4" name="Picture 3" descr="e21110b5-4d9a-4b2d-81a3-baf6ca0de9bb.png"/>
          <p:cNvPicPr>
            <a:picLocks noChangeAspect="1"/>
          </p:cNvPicPr>
          <p:nvPr/>
        </p:nvPicPr>
        <p:blipFill>
          <a:blip r:embed="rId2"/>
          <a:srcRect l="4781" t="7690" r="7586"/>
          <a:stretch>
            <a:fillRect/>
          </a:stretch>
        </p:blipFill>
        <p:spPr>
          <a:xfrm>
            <a:off x="-1" y="1492812"/>
            <a:ext cx="9038897" cy="48320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4805"/>
            <a:ext cx="78867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Participant Baseline Anxiety</a:t>
            </a:r>
          </a:p>
        </p:txBody>
      </p:sp>
      <p:pic>
        <p:nvPicPr>
          <p:cNvPr id="4" name="Picture 3" descr="c9b92e53-8bb1-4ded-9a0d-40ee5beebd65.png"/>
          <p:cNvPicPr>
            <a:picLocks noChangeAspect="1"/>
          </p:cNvPicPr>
          <p:nvPr/>
        </p:nvPicPr>
        <p:blipFill>
          <a:blip r:embed="rId2"/>
          <a:srcRect l="5777" t="4650" r="11515" b="8155"/>
          <a:stretch>
            <a:fillRect/>
          </a:stretch>
        </p:blipFill>
        <p:spPr>
          <a:xfrm>
            <a:off x="508037" y="1349577"/>
            <a:ext cx="7886700" cy="55084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4805"/>
            <a:ext cx="78867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Task Examples</a:t>
            </a:r>
          </a:p>
        </p:txBody>
      </p:sp>
      <p:pic>
        <p:nvPicPr>
          <p:cNvPr id="4" name="Picture 3" descr="f0804ecf-b387-4b1e-8f1d-05cf02e7c639.png"/>
          <p:cNvPicPr>
            <a:picLocks noChangeAspect="1"/>
          </p:cNvPicPr>
          <p:nvPr/>
        </p:nvPicPr>
        <p:blipFill>
          <a:blip r:embed="rId2"/>
          <a:srcRect l="48780" t="5416" r="8511" b="9156"/>
          <a:stretch>
            <a:fillRect/>
          </a:stretch>
        </p:blipFill>
        <p:spPr>
          <a:xfrm>
            <a:off x="628650" y="2099245"/>
            <a:ext cx="7884410" cy="39426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C477752-ACCA-41C1-9B1D-D0CED1F9C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47664"/>
            <a:ext cx="7712710" cy="13064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Results: Performance Effects</a:t>
            </a:r>
          </a:p>
        </p:txBody>
      </p:sp>
      <p:pic>
        <p:nvPicPr>
          <p:cNvPr id="4" name="Content Placeholder 3" descr="c5a1019f-c11e-495f-8d97-ec77b9ba2c26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473985"/>
            <a:ext cx="7884410" cy="31931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6F32FA-76CC-F286-DFEB-B6DD86D2B92F}"/>
              </a:ext>
            </a:extLst>
          </p:cNvPr>
          <p:cNvSpPr txBox="1"/>
          <p:nvPr/>
        </p:nvSpPr>
        <p:spPr>
          <a:xfrm>
            <a:off x="-110737" y="5794142"/>
            <a:ext cx="9365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90000"/>
              </a:lnSpc>
              <a:spcAft>
                <a:spcPts val="600"/>
              </a:spcAft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High dominance interruptions slowed comprehension by ~164s (p≈0.028)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C477752-ACCA-41C1-9B1D-D0CED1F9C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47664"/>
            <a:ext cx="7479030" cy="13064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Results: Self Reported Stress</a:t>
            </a:r>
          </a:p>
        </p:txBody>
      </p:sp>
      <p:pic>
        <p:nvPicPr>
          <p:cNvPr id="4" name="Picture 3" descr="625e85b1-38ef-424d-bf1a-dde12cdf31e1.png"/>
          <p:cNvPicPr>
            <a:picLocks noChangeAspect="1"/>
          </p:cNvPicPr>
          <p:nvPr/>
        </p:nvPicPr>
        <p:blipFill>
          <a:blip r:embed="rId3"/>
          <a:srcRect l="4379" t="8311" r="6958"/>
          <a:stretch>
            <a:fillRect/>
          </a:stretch>
        </p:blipFill>
        <p:spPr>
          <a:xfrm>
            <a:off x="628650" y="2592755"/>
            <a:ext cx="7884410" cy="29556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Objective vs Subjective Stress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 lnSpcReduction="10000"/>
          </a:bodyPr>
          <a:lstStyle/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HRV increased (SDNN +12ms, RMSSD +14ms)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lower physiological stress.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 perceived stress increased under dominant interruptions.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Perceived Stress does not equal physiological stress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/Future Work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Interruption impact depends on dominance &amp; task type.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Objective and subjective stress diverge significantly.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Everyday workplace interruption studies.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Interruption aware IDE tooling.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11553</TotalTime>
  <Words>184</Words>
  <Application>Microsoft Office PowerPoint</Application>
  <PresentationFormat>On-screen Show (4:3)</PresentationFormat>
  <Paragraphs>41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Breaking the Flow: Interruptions in Software Engineering ICSE ’24 Authors: Yimeng Ma, Yu Huang, Kevin Leach</vt:lpstr>
      <vt:lpstr>Motivation</vt:lpstr>
      <vt:lpstr>Research Questions</vt:lpstr>
      <vt:lpstr>Study Flow Approach</vt:lpstr>
      <vt:lpstr>Interruption Types</vt:lpstr>
      <vt:lpstr>Participant Baseline Anxiety</vt:lpstr>
      <vt:lpstr>Task Examples</vt:lpstr>
      <vt:lpstr>Results: Performance Effects</vt:lpstr>
      <vt:lpstr>Results: Self Reported Stress</vt:lpstr>
      <vt:lpstr>Objective vs Subjective Stress</vt:lpstr>
      <vt:lpstr>Conclusion/Future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Owen Haynes</dc:creator>
  <cp:keywords/>
  <dc:description>generated using python-pptx</dc:description>
  <cp:lastModifiedBy>Owen Haynes</cp:lastModifiedBy>
  <cp:revision>13</cp:revision>
  <dcterms:created xsi:type="dcterms:W3CDTF">2013-01-27T09:14:16Z</dcterms:created>
  <dcterms:modified xsi:type="dcterms:W3CDTF">2025-11-25T19:26:14Z</dcterms:modified>
  <cp:category/>
</cp:coreProperties>
</file>